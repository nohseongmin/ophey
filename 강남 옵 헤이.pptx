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63" r:id="rId5"/>
    <p:sldId id="258" r:id="rId6"/>
    <p:sldId id="259" r:id="rId7"/>
    <p:sldId id="265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3372"/>
    <a:srgbClr val="234A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8" autoAdjust="0"/>
    <p:restoredTop sz="94660"/>
  </p:normalViewPr>
  <p:slideViewPr>
    <p:cSldViewPr snapToGrid="0">
      <p:cViewPr varScale="1">
        <p:scale>
          <a:sx n="87" d="100"/>
          <a:sy n="87" d="100"/>
        </p:scale>
        <p:origin x="4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63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83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84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37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05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676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393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12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35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733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40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79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2F3894C-6B48-9383-2255-69F17F7C6B4A}"/>
              </a:ext>
            </a:extLst>
          </p:cNvPr>
          <p:cNvSpPr/>
          <p:nvPr/>
        </p:nvSpPr>
        <p:spPr>
          <a:xfrm>
            <a:off x="7774154" y="4376311"/>
            <a:ext cx="5557998" cy="1791854"/>
          </a:xfrm>
          <a:prstGeom prst="rect">
            <a:avLst/>
          </a:prstGeom>
          <a:solidFill>
            <a:srgbClr val="234A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DD5F07F-5B98-A53F-CE99-1F733B4C6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ko-KR" altLang="en-US" sz="4400"/>
              <a:t>강남 옵 헤이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7CC5B5-71E0-A6B2-314C-85945D069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614857" cy="1319951"/>
          </a:xfrm>
        </p:spPr>
        <p:txBody>
          <a:bodyPr>
            <a:norm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</a:rPr>
              <a:t>스타트업 미니프로젝트</a:t>
            </a:r>
          </a:p>
        </p:txBody>
      </p:sp>
      <p:pic>
        <p:nvPicPr>
          <p:cNvPr id="1028" name="Picture 4" descr="싸이가 YG엔터테인먼트와의 결별 후 첫 앨범을 낸다">
            <a:extLst>
              <a:ext uri="{FF2B5EF4-FFF2-40B4-BE49-F238E27FC236}">
                <a16:creationId xmlns:a16="http://schemas.microsoft.com/office/drawing/2014/main" id="{87FD7D09-A4C1-95DA-F62D-241290EAA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29958"/>
          <a:stretch>
            <a:fillRect/>
          </a:stretch>
        </p:blipFill>
        <p:spPr bwMode="auto">
          <a:xfrm>
            <a:off x="2" y="10"/>
            <a:ext cx="736775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945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0EB2A13-5F6B-71F3-5C74-6B95D453261C}"/>
              </a:ext>
            </a:extLst>
          </p:cNvPr>
          <p:cNvSpPr/>
          <p:nvPr/>
        </p:nvSpPr>
        <p:spPr>
          <a:xfrm>
            <a:off x="-871082" y="2894716"/>
            <a:ext cx="5557998" cy="1791854"/>
          </a:xfrm>
          <a:prstGeom prst="rect">
            <a:avLst/>
          </a:prstGeom>
          <a:solidFill>
            <a:srgbClr val="234A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7A9A9A2-64E3-2F67-B815-26BF329CA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48" y="1777156"/>
            <a:ext cx="10653578" cy="1132258"/>
          </a:xfrm>
        </p:spPr>
        <p:txBody>
          <a:bodyPr/>
          <a:lstStyle/>
          <a:p>
            <a:r>
              <a:rPr lang="ko-KR" altLang="en-US" dirty="0"/>
              <a:t>아이디어</a:t>
            </a:r>
          </a:p>
        </p:txBody>
      </p:sp>
      <p:pic>
        <p:nvPicPr>
          <p:cNvPr id="4" name="인간 런치패드">
            <a:hlinkClick r:id="" action="ppaction://media"/>
            <a:extLst>
              <a:ext uri="{FF2B5EF4-FFF2-40B4-BE49-F238E27FC236}">
                <a16:creationId xmlns:a16="http://schemas.microsoft.com/office/drawing/2014/main" id="{62C30269-C1F2-D270-51CD-C9C6F0A902D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676384" y="0"/>
            <a:ext cx="385762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021ACE-CD0C-06F4-25C5-49897969FF5F}"/>
              </a:ext>
            </a:extLst>
          </p:cNvPr>
          <p:cNvSpPr txBox="1"/>
          <p:nvPr/>
        </p:nvSpPr>
        <p:spPr>
          <a:xfrm>
            <a:off x="511048" y="3105494"/>
            <a:ext cx="2911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1200</a:t>
            </a:r>
            <a:r>
              <a:rPr lang="ko-KR" altLang="en-US" sz="2400" b="1" dirty="0">
                <a:solidFill>
                  <a:schemeClr val="bg1"/>
                </a:solidFill>
              </a:rPr>
              <a:t>만 조회수 달성</a:t>
            </a:r>
          </a:p>
        </p:txBody>
      </p:sp>
    </p:spTree>
    <p:extLst>
      <p:ext uri="{BB962C8B-B14F-4D97-AF65-F5344CB8AC3E}">
        <p14:creationId xmlns:p14="http://schemas.microsoft.com/office/powerpoint/2010/main" val="2108740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16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34848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B30A5-795A-6F22-643F-513F44DD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E5D72C8-9258-4FEF-C5B7-FEDD15D7A855}"/>
              </a:ext>
            </a:extLst>
          </p:cNvPr>
          <p:cNvSpPr/>
          <p:nvPr/>
        </p:nvSpPr>
        <p:spPr>
          <a:xfrm>
            <a:off x="-871082" y="2894716"/>
            <a:ext cx="5557998" cy="1791854"/>
          </a:xfrm>
          <a:prstGeom prst="rect">
            <a:avLst/>
          </a:prstGeom>
          <a:solidFill>
            <a:srgbClr val="234A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71A5CEE-4879-7AF9-99EC-524573FE7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48" y="1777156"/>
            <a:ext cx="10653578" cy="1132258"/>
          </a:xfrm>
        </p:spPr>
        <p:txBody>
          <a:bodyPr/>
          <a:lstStyle/>
          <a:p>
            <a:r>
              <a:rPr lang="ko-KR" altLang="en-US" dirty="0"/>
              <a:t>구현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FE176-2693-252F-4182-9C2E8E11C9A8}"/>
              </a:ext>
            </a:extLst>
          </p:cNvPr>
          <p:cNvSpPr txBox="1"/>
          <p:nvPr/>
        </p:nvSpPr>
        <p:spPr>
          <a:xfrm>
            <a:off x="511048" y="3105494"/>
            <a:ext cx="3034805" cy="1000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익숙한 런치패드</a:t>
            </a:r>
            <a:endParaRPr lang="en-US" altLang="ko-KR" sz="2400" b="1" dirty="0">
              <a:solidFill>
                <a:schemeClr val="bg1"/>
              </a:solidFill>
            </a:endParaRPr>
          </a:p>
          <a:p>
            <a:endParaRPr lang="en-US" altLang="ko-KR" sz="1100" b="1" dirty="0">
              <a:solidFill>
                <a:schemeClr val="bg1"/>
              </a:solidFill>
            </a:endParaRPr>
          </a:p>
          <a:p>
            <a:r>
              <a:rPr lang="en-US" altLang="ko-KR" sz="2400" b="1" dirty="0">
                <a:solidFill>
                  <a:schemeClr val="bg1"/>
                </a:solidFill>
              </a:rPr>
              <a:t>&gt; </a:t>
            </a:r>
            <a:r>
              <a:rPr lang="ko-KR" altLang="en-US" sz="2400" b="1" dirty="0">
                <a:solidFill>
                  <a:schemeClr val="bg1"/>
                </a:solidFill>
              </a:rPr>
              <a:t>어디서든 사용 가능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330B5A-997B-C7B2-AB99-76A3608D6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596" y="0"/>
            <a:ext cx="65164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620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3C37B-E8A1-1614-1FC5-B248BE88D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415ED6-75D5-008A-6103-030B327448AC}"/>
              </a:ext>
            </a:extLst>
          </p:cNvPr>
          <p:cNvSpPr/>
          <p:nvPr/>
        </p:nvSpPr>
        <p:spPr>
          <a:xfrm>
            <a:off x="-871082" y="2894716"/>
            <a:ext cx="5557998" cy="1791854"/>
          </a:xfrm>
          <a:prstGeom prst="rect">
            <a:avLst/>
          </a:prstGeom>
          <a:solidFill>
            <a:srgbClr val="234A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FEC318-58A0-D0F1-8F63-21B642070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48" y="1777156"/>
            <a:ext cx="10653578" cy="1132258"/>
          </a:xfrm>
        </p:spPr>
        <p:txBody>
          <a:bodyPr/>
          <a:lstStyle/>
          <a:p>
            <a:r>
              <a:rPr lang="ko-KR" altLang="en-US" dirty="0"/>
              <a:t>구현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6FD89-8F69-0631-FBF8-498A4403F8CE}"/>
              </a:ext>
            </a:extLst>
          </p:cNvPr>
          <p:cNvSpPr txBox="1"/>
          <p:nvPr/>
        </p:nvSpPr>
        <p:spPr>
          <a:xfrm>
            <a:off x="511048" y="3105494"/>
            <a:ext cx="27270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공유 컨텐츠 제작</a:t>
            </a:r>
            <a:endParaRPr lang="en-US" altLang="ko-KR" sz="2400" b="1" dirty="0">
              <a:solidFill>
                <a:schemeClr val="bg1"/>
              </a:solidFill>
            </a:endParaRPr>
          </a:p>
          <a:p>
            <a:endParaRPr lang="en-US" altLang="ko-KR" sz="1200" b="1" dirty="0">
              <a:solidFill>
                <a:schemeClr val="bg1"/>
              </a:solidFill>
            </a:endParaRPr>
          </a:p>
          <a:p>
            <a:r>
              <a:rPr lang="en-US" altLang="ko-KR" sz="2400" b="1" dirty="0">
                <a:solidFill>
                  <a:schemeClr val="bg1"/>
                </a:solidFill>
              </a:rPr>
              <a:t>&gt; </a:t>
            </a:r>
            <a:r>
              <a:rPr lang="ko-KR" altLang="en-US" sz="2400" b="1" dirty="0">
                <a:solidFill>
                  <a:schemeClr val="bg1"/>
                </a:solidFill>
              </a:rPr>
              <a:t>방문자 상승 기대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9FE5B39-B4E2-B81F-2BD3-80F8DB27B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5272" y="0"/>
            <a:ext cx="6331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916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0EB2A13-5F6B-71F3-5C74-6B95D453261C}"/>
              </a:ext>
            </a:extLst>
          </p:cNvPr>
          <p:cNvSpPr/>
          <p:nvPr/>
        </p:nvSpPr>
        <p:spPr>
          <a:xfrm>
            <a:off x="-871082" y="2894716"/>
            <a:ext cx="5557998" cy="1791854"/>
          </a:xfrm>
          <a:prstGeom prst="rect">
            <a:avLst/>
          </a:prstGeom>
          <a:solidFill>
            <a:srgbClr val="234A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7A9A9A2-64E3-2F67-B815-26BF329CA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48" y="1777156"/>
            <a:ext cx="10653578" cy="1132258"/>
          </a:xfrm>
        </p:spPr>
        <p:txBody>
          <a:bodyPr/>
          <a:lstStyle/>
          <a:p>
            <a:r>
              <a:rPr lang="ko-KR" altLang="en-US" dirty="0"/>
              <a:t>구현 방식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021ACE-CD0C-06F4-25C5-49897969FF5F}"/>
              </a:ext>
            </a:extLst>
          </p:cNvPr>
          <p:cNvSpPr txBox="1"/>
          <p:nvPr/>
        </p:nvSpPr>
        <p:spPr>
          <a:xfrm>
            <a:off x="511048" y="3105494"/>
            <a:ext cx="27270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웹 오디오 </a:t>
            </a:r>
            <a:r>
              <a:rPr lang="en-US" altLang="ko-KR" sz="2400" b="1" dirty="0" err="1">
                <a:solidFill>
                  <a:schemeClr val="bg1"/>
                </a:solidFill>
              </a:rPr>
              <a:t>api</a:t>
            </a:r>
            <a:r>
              <a:rPr lang="en-US" altLang="ko-KR" sz="2400" b="1" dirty="0">
                <a:solidFill>
                  <a:schemeClr val="bg1"/>
                </a:solidFill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</a:rPr>
              <a:t>사용</a:t>
            </a:r>
            <a:endParaRPr lang="en-US" altLang="ko-KR" sz="2400" b="1" dirty="0">
              <a:solidFill>
                <a:schemeClr val="bg1"/>
              </a:solidFill>
            </a:endParaRPr>
          </a:p>
          <a:p>
            <a:endParaRPr lang="en-US" altLang="ko-KR" sz="1100" b="1" dirty="0">
              <a:solidFill>
                <a:schemeClr val="bg1"/>
              </a:solidFill>
            </a:endParaRPr>
          </a:p>
          <a:p>
            <a:r>
              <a:rPr lang="en-US" altLang="ko-KR" sz="2400" b="1" dirty="0">
                <a:solidFill>
                  <a:schemeClr val="bg1"/>
                </a:solidFill>
              </a:rPr>
              <a:t>&gt; </a:t>
            </a:r>
            <a:r>
              <a:rPr lang="ko-KR" altLang="en-US" sz="2400" b="1" dirty="0">
                <a:solidFill>
                  <a:schemeClr val="bg1"/>
                </a:solidFill>
              </a:rPr>
              <a:t>딜레이 없는 재생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075159-17F7-A4E9-0C0D-CA815DD4A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9046" y="353545"/>
            <a:ext cx="5578008" cy="596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18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922CA-790A-4579-68F8-CCBE4B15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9829C58B-D404-F7CF-EDE4-A8A781437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9045" y="353545"/>
            <a:ext cx="5578007" cy="631047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AE0034A-F6B7-CAA8-A3EE-4CF770BAFFDC}"/>
              </a:ext>
            </a:extLst>
          </p:cNvPr>
          <p:cNvSpPr/>
          <p:nvPr/>
        </p:nvSpPr>
        <p:spPr>
          <a:xfrm>
            <a:off x="-871082" y="2894716"/>
            <a:ext cx="5557998" cy="1791854"/>
          </a:xfrm>
          <a:prstGeom prst="rect">
            <a:avLst/>
          </a:prstGeom>
          <a:solidFill>
            <a:srgbClr val="234A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06226F7-6EEB-8BF6-3E15-8554191B3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48" y="1777156"/>
            <a:ext cx="10653578" cy="1132258"/>
          </a:xfrm>
        </p:spPr>
        <p:txBody>
          <a:bodyPr/>
          <a:lstStyle/>
          <a:p>
            <a:r>
              <a:rPr lang="ko-KR" altLang="en-US" dirty="0"/>
              <a:t>구현 방식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398931-F88A-B960-E22C-7B9DA148F748}"/>
              </a:ext>
            </a:extLst>
          </p:cNvPr>
          <p:cNvSpPr txBox="1"/>
          <p:nvPr/>
        </p:nvSpPr>
        <p:spPr>
          <a:xfrm>
            <a:off x="511048" y="3105494"/>
            <a:ext cx="31566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공유 기능 활성화</a:t>
            </a:r>
            <a:endParaRPr lang="en-US" altLang="ko-KR" sz="2400" b="1" dirty="0">
              <a:solidFill>
                <a:schemeClr val="bg1"/>
              </a:solidFill>
            </a:endParaRPr>
          </a:p>
          <a:p>
            <a:endParaRPr lang="en-US" altLang="ko-KR" sz="1100" b="1" dirty="0">
              <a:solidFill>
                <a:schemeClr val="bg1"/>
              </a:solidFill>
            </a:endParaRPr>
          </a:p>
          <a:p>
            <a:r>
              <a:rPr lang="en-US" altLang="ko-KR" sz="2400" b="1" dirty="0">
                <a:solidFill>
                  <a:schemeClr val="bg1"/>
                </a:solidFill>
              </a:rPr>
              <a:t>&gt;base64 </a:t>
            </a:r>
            <a:r>
              <a:rPr lang="ko-KR" altLang="en-US" sz="2400" b="1" dirty="0">
                <a:solidFill>
                  <a:schemeClr val="bg1"/>
                </a:solidFill>
              </a:rPr>
              <a:t>기반 암호화</a:t>
            </a:r>
          </a:p>
        </p:txBody>
      </p:sp>
    </p:spTree>
    <p:extLst>
      <p:ext uri="{BB962C8B-B14F-4D97-AF65-F5344CB8AC3E}">
        <p14:creationId xmlns:p14="http://schemas.microsoft.com/office/powerpoint/2010/main" val="752005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E2601-264C-D622-FDDD-3D5B1CF2E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2FE4945-FA04-CEF1-05BA-8D7EB4341F0D}"/>
              </a:ext>
            </a:extLst>
          </p:cNvPr>
          <p:cNvSpPr/>
          <p:nvPr/>
        </p:nvSpPr>
        <p:spPr>
          <a:xfrm>
            <a:off x="-871082" y="2894716"/>
            <a:ext cx="5557998" cy="1791854"/>
          </a:xfrm>
          <a:prstGeom prst="rect">
            <a:avLst/>
          </a:prstGeom>
          <a:solidFill>
            <a:srgbClr val="234A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F7C783A-BA46-0DAF-8785-5F346DF02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48" y="1777156"/>
            <a:ext cx="10653578" cy="1132258"/>
          </a:xfrm>
        </p:spPr>
        <p:txBody>
          <a:bodyPr/>
          <a:lstStyle/>
          <a:p>
            <a:r>
              <a:rPr lang="ko-KR" altLang="en-US" dirty="0"/>
              <a:t>구현 방식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2507F-9BB6-5477-70F9-4A17C15DD754}"/>
              </a:ext>
            </a:extLst>
          </p:cNvPr>
          <p:cNvSpPr txBox="1"/>
          <p:nvPr/>
        </p:nvSpPr>
        <p:spPr>
          <a:xfrm>
            <a:off x="511048" y="3105494"/>
            <a:ext cx="28344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chemeClr val="bg1"/>
                </a:solidFill>
              </a:rPr>
              <a:t>Vercel</a:t>
            </a:r>
            <a:r>
              <a:rPr lang="en-US" altLang="ko-KR" sz="2400" b="1" dirty="0">
                <a:solidFill>
                  <a:schemeClr val="bg1"/>
                </a:solidFill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</a:rPr>
              <a:t>무료 호스팅</a:t>
            </a:r>
            <a:endParaRPr lang="en-US" altLang="ko-KR" sz="2400" b="1" dirty="0">
              <a:solidFill>
                <a:schemeClr val="bg1"/>
              </a:solidFill>
            </a:endParaRPr>
          </a:p>
          <a:p>
            <a:endParaRPr lang="en-US" altLang="ko-KR" sz="800" b="1" dirty="0">
              <a:solidFill>
                <a:schemeClr val="bg1"/>
              </a:solidFill>
            </a:endParaRPr>
          </a:p>
          <a:p>
            <a:r>
              <a:rPr lang="ko-KR" altLang="en-US" sz="2000" b="1" dirty="0">
                <a:solidFill>
                  <a:schemeClr val="bg1"/>
                </a:solidFill>
              </a:rPr>
              <a:t>매월 백만건의 요청</a:t>
            </a:r>
            <a:r>
              <a:rPr lang="en-US" altLang="ko-KR" sz="2000" b="1" dirty="0">
                <a:solidFill>
                  <a:schemeClr val="bg1"/>
                </a:solidFill>
              </a:rPr>
              <a:t>,</a:t>
            </a:r>
            <a:br>
              <a:rPr lang="en-US" altLang="ko-KR" sz="2000" b="1" dirty="0">
                <a:solidFill>
                  <a:schemeClr val="bg1"/>
                </a:solidFill>
              </a:rPr>
            </a:br>
            <a:r>
              <a:rPr lang="en-US" altLang="ko-KR" sz="2000" b="1" dirty="0">
                <a:solidFill>
                  <a:schemeClr val="bg1"/>
                </a:solidFill>
              </a:rPr>
              <a:t>100GB</a:t>
            </a:r>
            <a:r>
              <a:rPr lang="ko-KR" altLang="en-US" sz="2000" b="1" dirty="0">
                <a:solidFill>
                  <a:schemeClr val="bg1"/>
                </a:solidFill>
              </a:rPr>
              <a:t>의 대역폭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4CC68C-C5D0-4A81-34E9-20AF81A99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837" y="0"/>
            <a:ext cx="92646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457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692A8-467D-001A-218B-1ABC62AE2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1AC17E3-C0A4-2B63-7DA4-A05227C17105}"/>
              </a:ext>
            </a:extLst>
          </p:cNvPr>
          <p:cNvSpPr/>
          <p:nvPr/>
        </p:nvSpPr>
        <p:spPr>
          <a:xfrm>
            <a:off x="-871082" y="2894716"/>
            <a:ext cx="5557998" cy="1791854"/>
          </a:xfrm>
          <a:prstGeom prst="rect">
            <a:avLst/>
          </a:prstGeom>
          <a:solidFill>
            <a:srgbClr val="234A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B58D6FB-F94A-4B60-5ADD-385897FF2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48" y="1777156"/>
            <a:ext cx="10653578" cy="1132258"/>
          </a:xfrm>
        </p:spPr>
        <p:txBody>
          <a:bodyPr/>
          <a:lstStyle/>
          <a:p>
            <a:r>
              <a:rPr lang="ko-KR" altLang="en-US" dirty="0"/>
              <a:t>한번 </a:t>
            </a:r>
            <a:r>
              <a:rPr lang="ko-KR" altLang="en-US" dirty="0" err="1"/>
              <a:t>드셔보세요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C0F31C-8168-8283-15CF-064C1EACC6AD}"/>
              </a:ext>
            </a:extLst>
          </p:cNvPr>
          <p:cNvSpPr txBox="1"/>
          <p:nvPr/>
        </p:nvSpPr>
        <p:spPr>
          <a:xfrm>
            <a:off x="511048" y="3105494"/>
            <a:ext cx="1101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+ </a:t>
            </a:r>
            <a:r>
              <a:rPr lang="en-US" altLang="ko-KR" sz="2400" b="1" dirty="0" err="1">
                <a:solidFill>
                  <a:schemeClr val="bg1"/>
                </a:solidFill>
              </a:rPr>
              <a:t>QnA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" name="그림 3" descr="패턴, 그래픽, 디자인, 픽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89E89D-1927-213D-9E16-DA277C148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6532" y="1077064"/>
            <a:ext cx="3410426" cy="3381847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CCC0D8E1-FA75-835D-95D6-9314F486A80E}"/>
              </a:ext>
            </a:extLst>
          </p:cNvPr>
          <p:cNvSpPr txBox="1">
            <a:spLocks/>
          </p:cNvSpPr>
          <p:nvPr/>
        </p:nvSpPr>
        <p:spPr>
          <a:xfrm>
            <a:off x="5512106" y="4529414"/>
            <a:ext cx="6386111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https://ophey.vercel.app/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914330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69</Words>
  <Application>Microsoft Office PowerPoint</Application>
  <PresentationFormat>와이드스크린</PresentationFormat>
  <Paragraphs>27</Paragraphs>
  <Slides>8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Neue Haas Grotesk Text Pro</vt:lpstr>
      <vt:lpstr>VanillaVTI</vt:lpstr>
      <vt:lpstr>강남 옵 헤이</vt:lpstr>
      <vt:lpstr>아이디어</vt:lpstr>
      <vt:lpstr>구현</vt:lpstr>
      <vt:lpstr>구현</vt:lpstr>
      <vt:lpstr>구현 방식</vt:lpstr>
      <vt:lpstr>구현 방식</vt:lpstr>
      <vt:lpstr>구현 방식</vt:lpstr>
      <vt:lpstr>한번 드셔보세요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노성민[컴퓨터정보공학과]</dc:creator>
  <cp:lastModifiedBy>노성민[컴퓨터정보공학과]</cp:lastModifiedBy>
  <cp:revision>1</cp:revision>
  <dcterms:created xsi:type="dcterms:W3CDTF">2026-05-12T18:33:41Z</dcterms:created>
  <dcterms:modified xsi:type="dcterms:W3CDTF">2026-05-12T19:08:49Z</dcterms:modified>
</cp:coreProperties>
</file>